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12181F"/>
                </a:solidFill>
              </a:rPr>
              <a:t>HelixTriage — Pilot Rollout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4747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B3FA0"/>
                </a:solidFill>
              </a:rPr>
              <a:t>AI-assisted ticket triage for the enterprise service desk</a:t>
            </a:r>
          </a:p>
          <a:p>
            <a:r>
              <a:rPr sz="1200">
                <a:solidFill>
                  <a:srgbClr val="5B6773"/>
                </a:solidFill>
              </a:rPr>
              <a:t>System: HelixTriage   ·   Reference: RAI-RD-20260415-helixtriage   ·   Owner: Enterprise Service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2181F"/>
                </a:solidFill>
              </a:rPr>
              <a:t>Why we are piloting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B6773"/>
                </a:solidFill>
              </a:rPr>
              <a:t>HelixTriage pilot ·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600">
                <a:solidFill>
                  <a:srgbClr val="12181F"/>
                </a:solidFill>
              </a:rPr>
              <a:t>•   41% of tickets are misrouted on first assignment today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2181F"/>
                </a:solidFill>
              </a:rPr>
              <a:t>•   Each misroute adds an average of 6.4 hours to resolution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2181F"/>
                </a:solidFill>
              </a:rPr>
              <a:t>•   Ticket volume up 23% year on year with flat headcount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2181F"/>
                </a:solidFill>
              </a:rPr>
              <a:t>•   HelixTriage predicts resolver group and priority, and drafts a first response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2181F"/>
                </a:solidFill>
              </a:rPr>
              <a:t>What the pilot covers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B6773"/>
                </a:solidFill>
              </a:rPr>
              <a:t>HelixTriage pilot ·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600">
                <a:solidFill>
                  <a:srgbClr val="12181F"/>
                </a:solidFill>
              </a:rPr>
              <a:t>•   Two resolver groups: Network &amp; Connectivity, Identity &amp; Access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2181F"/>
                </a:solidFill>
              </a:rPr>
              <a:t>•   Approximately 1,200 tickets per week from the pilot cohort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2181F"/>
                </a:solidFill>
              </a:rPr>
              <a:t>•   Predictions served from the internal endpoint helixtriage-inference.svc.internal.corp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2181F"/>
                </a:solidFill>
              </a:rPr>
              <a:t>•   Every prediction reviewed by an agent — no autonomous resolution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2181F"/>
                </a:solidFill>
              </a:rPr>
              <a:t>•   Tickets flagged as containing personal data are excluded at intake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2181F"/>
                </a:solidFill>
              </a:rP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B6773"/>
                </a:solidFill>
              </a:rPr>
              <a:t>HelixTriage pilot · eight weeks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600">
                <a:solidFill>
                  <a:srgbClr val="12181F"/>
                </a:solidFill>
              </a:rPr>
              <a:t>•   Weeks 1–2 — shadow mode: predictions logged but hidden from agents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2181F"/>
                </a:solidFill>
              </a:rPr>
              <a:t>•   Weeks 3–6 — assisted mode: predictions shown as suggestions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2181F"/>
                </a:solidFill>
              </a:rPr>
              <a:t>•   Week 7 — evaluation checkpoint against the held-out dataset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2181F"/>
                </a:solidFill>
              </a:rPr>
              <a:t>•   Week 8 — go / no-go decision for wider rollout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2181F"/>
                </a:solidFill>
              </a:rPr>
              <a:t>Success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B6773"/>
                </a:solidFill>
              </a:rPr>
              <a:t>HelixTriage pilot · exit gates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600">
                <a:solidFill>
                  <a:srgbClr val="12181F"/>
                </a:solidFill>
              </a:rPr>
              <a:t>•   First-assignment accuracy above 85% (evaluation result: 87.1%)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2181F"/>
                </a:solidFill>
              </a:rPr>
              <a:t>•   Misroute rate below 15% in the cohort (evaluation result: 12.8%)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2181F"/>
                </a:solidFill>
              </a:rPr>
              <a:t>•   Agent acceptance of suggested responses above 60% (result: 63.4%)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2181F"/>
                </a:solidFill>
              </a:rPr>
              <a:t>•   No increase in reopened-ticket rate against the manual baseline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2181F"/>
                </a:solidFill>
              </a:rPr>
              <a:t>Risks and mitigations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B6773"/>
                </a:solidFill>
              </a:rPr>
              <a:t>HelixTriage pilot · risk register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600">
                <a:solidFill>
                  <a:srgbClr val="12181F"/>
                </a:solidFill>
              </a:rPr>
              <a:t>•   Agent over-reliance — suggestions marked as AI-generated, explicit acceptance required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2181F"/>
                </a:solidFill>
              </a:rPr>
              <a:t>•   Taxonomy drift — weekly sampling of 50 overridden predictions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2181F"/>
                </a:solidFill>
              </a:rPr>
              <a:t>•   Latency under peak load — 4-second timeout falls back to manual triage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2181F"/>
                </a:solidFill>
              </a:rPr>
              <a:t>•   Personal data exposure — intake exclusion plus signature stripping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2181F"/>
                </a:solidFill>
              </a:rPr>
              <a:t>Governance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B6773"/>
                </a:solidFill>
              </a:rPr>
              <a:t>HelixTriage pilot ·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600">
                <a:solidFill>
                  <a:srgbClr val="12181F"/>
                </a:solidFill>
              </a:rPr>
              <a:t>•   HelixTriage registered under reference RAI-RD-20260415-helixtriage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2181F"/>
                </a:solidFill>
              </a:rPr>
              <a:t>•   Model, prompt and taxonomy versions logged against every prediction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2181F"/>
                </a:solidFill>
              </a:rPr>
              <a:t>•   Predictions retained for 90 days for audit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2181F"/>
                </a:solidFill>
              </a:rPr>
              <a:t>•   Monthly review of the confidence threshold against override rate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2181F"/>
                </a:solidFill>
              </a:rPr>
              <a:t>•   Related documents: requirements, solution design, evaluation results, evaluation dataset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